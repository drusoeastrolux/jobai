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6C63FF"/>
                </a:solidFill>
              </a:rPr>
              <a:t>Building with OpenRouter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A0"/>
                </a:solidFill>
              </a:rPr>
              <a:t>An AI-powered career coach — model-agnostic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</a:rPr>
              <a:t>Druso Escalante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Too Many
AI Keys,
Not Enough
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→  Separate account for OpenAI, Anthropic, Google...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64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→  Separate billing for each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486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→  Separate SDK or API format per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327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→  Locked in the moment you pick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OpenRouter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C63FF"/>
                </a:solidFill>
              </a:rPr>
              <a:t>One API key. 100+ models. Zero lock-in.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9184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ONE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Access GPT, Claude, Llama,
Gemma — all from one account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926080"/>
            <a:ext cx="329184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FREE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Models ending in :free
cost nothing to experiment with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26080"/>
            <a:ext cx="3291840" cy="2560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SAME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Uses the OpenAI SDK schema —
no new library to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HOW I USED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Three lines
that changed
everything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914400"/>
            <a:ext cx="512064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0515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3FF"/>
                </a:solidFill>
              </a:rPr>
              <a:t>const openai = new OpenAI({
  baseURL: "https://openrouter.ai/api/v1",
  apiKey: process.env.OPENROUTER_API_KEY
})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1985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Point the SDK at OpenRouter's URL instead of OpenAI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60520"/>
            <a:ext cx="41148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9709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Set your model in a single .env variable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937760"/>
            <a:ext cx="41148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9743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Change one line to swap the entire AI brain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Never expose
your API key
in the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0A0"/>
                </a:solidFill>
              </a:rPr>
              <a:t>Anyone can open DevTools and steal a frontend API key.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06240"/>
            <a:ext cx="47548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C4C"/>
                </a:solidFill>
              </a:rPr>
              <a:t>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006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Call OpenRouter
directly from React
Key visible in
network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206240"/>
            <a:ext cx="4754880" cy="228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FF9A"/>
                </a:solidFill>
              </a:rPr>
              <a:t>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80060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React  →  Your Express server
→  OpenRouter
Key never leaves
your machine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The typing effect
isn't magic —
it's 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Server-Sent Events (SSE)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·  AI sends tokens one at a time as they're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817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·  Server forwards each token to the browser instantly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657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·  Browser appends each piece — looks like live typing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98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·  This is exactly how ChatGPT works under the hood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I'd tell
someone starting
from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1.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Start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4930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Use :free models to build. Upgrade when you're 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879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2.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879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Stay agnostic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06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Never hardcode a model name. Put it in .env.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3.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0118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Hide your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919471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Route through a server. Always.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14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4.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14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Stream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63270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0A0"/>
                </a:solidFill>
              </a:rPr>
              <a:t>Waiting for full responses feels broken. Stream instead.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